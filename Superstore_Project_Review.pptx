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846320"/>
            <a:ext cx="3840480" cy="3840480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822960" cy="82296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482700"/>
            <a:ext cx="600761" cy="6007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DASHBOARD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— Data Pipeline, KPI Design &amp; Dashboard Build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0" cy="0"/>
          </a:xfrm>
          <a:prstGeom prst="line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Power BI · Power Query · DAX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retail transactions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represents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product line within a customer order — a US retail transaction log spanning four product categories, four regions, and four full years (2014–2017).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IDs:  </a:t>
            </a:r>
            <a:pPr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· Customer ID · Product ID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7581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Dates:  </a:t>
            </a:r>
            <a:pPr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· Ship Date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1788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  </a:t>
            </a:r>
            <a:pPr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· State · City · Region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5994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hierarchy:  </a:t>
            </a:r>
            <a:pPr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Sub-Category · Product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02005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 </a:t>
            </a:r>
            <a:pPr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Quantity · Discount · Profit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03720" y="1600200"/>
            <a:ext cx="47091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7099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22585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2798064"/>
            <a:ext cx="47091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290779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32320" y="345643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03720" y="3995928"/>
            <a:ext cx="47091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4105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32320" y="46542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03720" y="5193792"/>
            <a:ext cx="47091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0" y="53035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2014–2017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32320" y="58521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decision-makers need answered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has raw transaction-level data but no consolidated view of performance. Without a dashboard, it's impossible to quickly see which regions, products, and customer segments are driving — or draining — profitability.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6358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43784"/>
            <a:ext cx="548640" cy="54864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06" y="2917850"/>
            <a:ext cx="400507" cy="4005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9748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generates the most profit, and is that consistent over time?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68503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63580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831336"/>
            <a:ext cx="548640" cy="54864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" y="3905402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685032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or categories are underperforming or losing money?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67258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63580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818888"/>
            <a:ext cx="548640" cy="54864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" y="4892954"/>
            <a:ext cx="400507" cy="4005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672584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and order patterns matter most?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66013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63580"/>
          </a:solidFill>
          <a:ln/>
        </p:spPr>
      </p:sp>
      <p:sp>
        <p:nvSpPr>
          <p:cNvPr id="18" name="Shape 13"/>
          <p:cNvSpPr/>
          <p:nvPr/>
        </p:nvSpPr>
        <p:spPr>
          <a:xfrm>
            <a:off x="777240" y="5806440"/>
            <a:ext cx="548640" cy="54864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" y="5880506"/>
            <a:ext cx="400507" cy="40050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5660136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trends across 2014–2017 should guide strategy going forward?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Defined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 selected to track business health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96896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702" y="1914982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87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SUM(Sales)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0128" y="1645920"/>
            <a:ext cx="2596896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1296" y="1847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190" y="1914982"/>
            <a:ext cx="367132" cy="3671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487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11296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SUM(Profit)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71616" y="1645920"/>
            <a:ext cx="2596896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2784" y="1847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678" y="1914982"/>
            <a:ext cx="367132" cy="3671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2487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72784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DISTINCTCOUNT(Order ID)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33104" y="1645920"/>
            <a:ext cx="2596896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34272" y="1847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166" y="1914982"/>
            <a:ext cx="367132" cy="3671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4272" y="2487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34272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DISTINCTCOUNT(Customer ID)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13048"/>
            <a:ext cx="2596896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0142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02" y="4082110"/>
            <a:ext cx="367132" cy="3671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6542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49808" y="5138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DIVIDE(Profit, Revenue)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0128" y="3813048"/>
            <a:ext cx="2596896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11296" y="40142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190" y="4082110"/>
            <a:ext cx="367132" cy="3671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11296" y="46542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(YoY)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511296" y="5138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SAMEPERIODLASTYEAR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71616" y="3813048"/>
            <a:ext cx="2596896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72784" y="40142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0678" y="4082110"/>
            <a:ext cx="367132" cy="3671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72784" y="46542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Region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272784" y="5138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region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33104" y="3813048"/>
            <a:ext cx="2596896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34272" y="40142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2166" y="4082110"/>
            <a:ext cx="367132" cy="3671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34272" y="46542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034272" y="5138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category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Build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Power BI dashboard — KPIs, regional, category &amp; customer views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93753" y="1435608"/>
            <a:ext cx="9404188" cy="5221224"/>
          </a:xfrm>
          <a:prstGeom prst="roundRect">
            <a:avLst>
              <a:gd name="adj" fmla="val 8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pic>
        <p:nvPicPr>
          <p:cNvPr id="5" name="Image 0" descr="image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905" y="1508760"/>
            <a:ext cx="925788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 about the business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06" y="1948586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leads profitability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2121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generated the highest profit (~$108K) and led 3 of 4 years; East briefly overtook it in 2015.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1635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044952"/>
            <a:ext cx="548640" cy="54864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" y="3119018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26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Bookcases lose money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600200" y="3291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(-$17.7K) and Bookcases (-$3.5K) post negative profit despite strong sales — a discounting issue, not a demand issue.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8678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215384"/>
            <a:ext cx="548640" cy="54864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" y="4289450"/>
            <a:ext cx="400507" cy="4005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965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year-over-year growth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00200" y="44622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every year from 2014 to 2017, with the sharpest jump in the final year.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15721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385816"/>
            <a:ext cx="548640" cy="54864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" y="5459882"/>
            <a:ext cx="400507" cy="4005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2669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outperforms on margin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600200" y="56327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Furniture have similar revenue, but Technology converts profit far more efficiently.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decision-makers can take from these insights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635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 on Tables &amp; Bookcases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whether high discount rates are eroding margin on these two sub-categories specifically.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63580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46520" y="2468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West region's approach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29718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West does differently in pricing, mix, or customer focus, and test it in Central, the weakest region.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6358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further into Technology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converts revenue to profit most efficiently — prioritize it in promotions and inventory planning.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635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4709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growth momentum into next year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52120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every year through 2017; track whether this trend continues or plateaus.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obstacles encountered during the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BF1E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C051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6" y="2588666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042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 conversion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70662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and Ship Date imported as text. Plain type conversion failed due to a locale mismatch (MM/DD/YYYY). Resolved using Power Query's "Change Type with Locale → English (United States)."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BF1E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C051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6" y="428030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9959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styling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439826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white frame appeared around the KPI cards, traced to a duplicate stacked visual, and was removed.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issues were resolved within Power BI / Power Query — no external tooling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206240" cy="4206240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F8F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887" y="882167"/>
            <a:ext cx="567385" cy="5673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transformed raw Superstore transaction data into a functional, decision-ready Power BI dashboard. With clean KPIs, regional and product-level breakdowns, and year-over-year trend tracking, the dashboard gives decision-makers a clear view of where profit is being made — and where it is being lost.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4087368"/>
            <a:ext cx="109728" cy="109728"/>
          </a:xfrm>
          <a:prstGeom prst="ellipse">
            <a:avLst/>
          </a:prstGeom>
          <a:solidFill>
            <a:srgbClr val="2F8FD6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950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and Technology category are the strongest profit drivers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544568"/>
            <a:ext cx="109728" cy="109728"/>
          </a:xfrm>
          <a:prstGeom prst="ellipse">
            <a:avLst/>
          </a:prstGeom>
          <a:solidFill>
            <a:srgbClr val="2F8FD6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407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Bookcases require pricing/discount review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5001768"/>
            <a:ext cx="109728" cy="109728"/>
          </a:xfrm>
          <a:prstGeom prst="ellipse">
            <a:avLst/>
          </a:prstGeom>
          <a:solidFill>
            <a:srgbClr val="2F8FD6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864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Locale-aware date handling and clean data types were key technical lessons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Dashboard - Project Review</dc:title>
  <dc:subject>PptxGenJS Presentation</dc:subject>
  <dc:creator>Gabriel</dc:creator>
  <cp:lastModifiedBy>Gabriel</cp:lastModifiedBy>
  <cp:revision>1</cp:revision>
  <dcterms:created xsi:type="dcterms:W3CDTF">2026-06-27T23:03:03Z</dcterms:created>
  <dcterms:modified xsi:type="dcterms:W3CDTF">2026-06-27T23:03:03Z</dcterms:modified>
</cp:coreProperties>
</file>